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Outfit"/>
      <p:regular r:id="rId201316"/>
    </p:embeddedFont>
    <p:embeddedFont>
      <p:font typeface="Outfit Bold"/>
      <p:regular r:id="rId201317"/>
    </p:embeddedFont>
    <p:embeddedFont>
      <p:font typeface="Outfit ExtraBold"/>
      <p:regular r:id="rId201318"/>
    </p:embeddedFont>
    <p:embeddedFont>
      <p:font typeface="Outfi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508151"/>
            <a:ext cx="2208356" cy="287139"/>
          </a:xfrm>
          <a:prstGeom prst="roundRect">
            <a:avLst>
              <a:gd name="adj" fmla="val 22118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564805"/>
            <a:ext cx="25911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ANALYTICS PROJECT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8708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74501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end-to-end analysis of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across product categories — using Python, MySQL, and Power BI to uncover spending patterns, customer segments, and strategic growth opportunities.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7291"/>
            <a:ext cx="248219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03945"/>
            <a:ext cx="286496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DATA DID I WORK WITH?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100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78608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3,900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61475" y="273853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147219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Rows in dataset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13915" y="1878608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18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6213915" y="273853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Features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13915" y="3147219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Columns analyzed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3922117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37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661475" y="478204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61475" y="5190728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 Review Rating only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13915" y="3922117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$59.76</a:t>
            </a:r>
            <a:endParaRPr lang="en-US" sz="4900" dirty="0"/>
          </a:p>
        </p:txBody>
      </p:sp>
      <p:sp>
        <p:nvSpPr>
          <p:cNvPr id="15" name="Text 13"/>
          <p:cNvSpPr/>
          <p:nvPr/>
        </p:nvSpPr>
        <p:spPr>
          <a:xfrm>
            <a:off x="6213915" y="478204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Avg. Purchase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213915" y="5190728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Mean transaction value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570577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Features span demographics (Age, Gender, Location, Subscription), purchase details (Category, Amount, Season), and behavior signals (Discount, Promo Code, Frequency, Review Rating, Shipping Type).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0204"/>
            <a:ext cx="1236433" cy="175022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529" y="554732"/>
            <a:ext cx="1707909" cy="105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TOOLS DID I USE?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23205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End-to-End Analysis Pipeline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88343"/>
            <a:ext cx="10868745" cy="4767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55303" y="4582659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MySQL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955303" y="4960452"/>
            <a:ext cx="1642671" cy="567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Load cleaned data, run 10 business queries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73680" y="4477753"/>
            <a:ext cx="1642670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Recommendations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73680" y="5149675"/>
            <a:ext cx="1642670" cy="378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Deliver actionable business insights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03632" y="1616856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Python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403632" y="1994649"/>
            <a:ext cx="1642671" cy="567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 data, engineer features, bin age_group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01093" y="1616856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Power BI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601093" y="1994649"/>
            <a:ext cx="1642670" cy="567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Interactive dashboard with filters and charts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6034980"/>
            <a:ext cx="10868745" cy="30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Missing Review Ratings were imputed using the </a:t>
            </a:r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median rating per product category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Columns standardized to snake_case. 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dropped as redundant with 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Cleaned data loaded into PostgreSQL for SQL analysis.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4991"/>
            <a:ext cx="195922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81645"/>
            <a:ext cx="234200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DID I DISCOVER?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877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Revenue &amp; Customer Segmentation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74478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215086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635151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Male customers generated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2.1× more revenue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than female customers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839 high-spenders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used discounts but still spent above the $59.76 average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Segmentation: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Loyal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3,116 |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Returning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701 |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New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83 customers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638"/>
            <a:ext cx="1897412" cy="278110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1307" y="583505"/>
            <a:ext cx="2287332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DID I DISCOVER?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7768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Subscription Behavior Insights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1475" y="1893193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Subscribers vs. Non-Subscribers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78770"/>
            <a:ext cx="5211037" cy="37509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5533" y="1893193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What the Data Shows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25533" y="2356545"/>
            <a:ext cx="5211037" cy="1854597"/>
          </a:xfrm>
          <a:prstGeom prst="rect">
            <a:avLst/>
          </a:prstGeom>
          <a:noFill/>
          <a:ln/>
        </p:spPr>
        <p:txBody>
          <a:bodyPr wrap="square" lIns="0" tIns="73245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Subscribers have nearly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identical avg. spend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($59.49 vs. $59.87)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Only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27% subscribed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 major untapped revenue opportunity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 customers with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&gt;5 purchases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958 are subscribed vs. 2,518 who are not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5533" y="4410670"/>
            <a:ext cx="5211037" cy="987623"/>
          </a:xfrm>
          <a:prstGeom prst="roundRect">
            <a:avLst>
              <a:gd name="adj" fmla="val 7787"/>
            </a:avLst>
          </a:prstGeom>
          <a:solidFill>
            <a:srgbClr val="D7D2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587" y="4676676"/>
            <a:ext cx="228793" cy="1830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20434" y="4616053"/>
            <a:ext cx="443308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Repeat buyers are not converting to subscriptions at scale — a clear retention gap.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6298"/>
            <a:ext cx="1867746" cy="273645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521" y="600273"/>
            <a:ext cx="2261238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DID I DISCOVER?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88603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Product Performance &amp; Discount Dependency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880890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Top 5 Products by Avg. Review Rating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55552"/>
            <a:ext cx="5214609" cy="37535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1961" y="1880890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Highest Discount Dependency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321961" y="2355552"/>
            <a:ext cx="5214609" cy="3045420"/>
          </a:xfrm>
          <a:prstGeom prst="roundRect">
            <a:avLst>
              <a:gd name="adj" fmla="val 248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21961" y="2865239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321961" y="3371751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321961" y="3878262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321961" y="4384774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321961" y="4891286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08389" y="2471241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Product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09343" y="2471241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Discount Rate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08389" y="2977753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09343" y="2977753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50.00%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08389" y="3484265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Sneakers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09343" y="3484265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49.66%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08389" y="3990777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Coat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09343" y="3990777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49.07%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08389" y="4497288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Sweater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09343" y="4497288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48.17%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508389" y="5003800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Pants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09343" y="5003800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47.37%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321961" y="5594152"/>
            <a:ext cx="521460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These 5 products sell at ~50% discount rates — margin risk requiring policy review.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4991"/>
            <a:ext cx="195922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81645"/>
            <a:ext cx="234200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DID I DISCOVER?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877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Revenue by Age Group &amp; Shipping Type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74478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215086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Observations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635151"/>
            <a:ext cx="5203794" cy="164425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Young Adults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lead in revenue ($62,143) — highest-value demographic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Revenue is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surprisingly balanced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across all age groups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Express shipping avg: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$60.48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vs. Standard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$58.46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 $2.02 premium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32776" y="4492030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D7D2F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778772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7024" y="4709319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Express shipping users represent a high-intent, higher-spend segment worth targeting.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27906"/>
            <a:ext cx="195922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084560"/>
            <a:ext cx="234200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DID I DISCOVER?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906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Top Products by Category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264767"/>
            <a:ext cx="10868745" cy="2747764"/>
          </a:xfrm>
          <a:prstGeom prst="roundRect">
            <a:avLst>
              <a:gd name="adj" fmla="val 288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475" y="281622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36450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91279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461073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839272" y="2264767"/>
            <a:ext cx="11814" cy="274776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10422" y="2264767"/>
            <a:ext cx="11814" cy="274776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81571" y="2264767"/>
            <a:ext cx="11814" cy="274776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352721" y="2264767"/>
            <a:ext cx="11814" cy="274776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7129" y="2390874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Category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31454" y="2390874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#1 Product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202603" y="2390874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Orders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73753" y="2390874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#2 Product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544903" y="2390874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Orders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7129" y="2939157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Clothing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031454" y="2939157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Blouse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02603" y="2939157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171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73753" y="2939157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Pants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44903" y="2939157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171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7129" y="3487440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Accessories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031454" y="3487440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Jewelry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202603" y="3487440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171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73753" y="3487440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Sunglasses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544903" y="3487440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161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7129" y="4035723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Outerwear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031454" y="4035723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Jacket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202603" y="4035723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163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373753" y="4035723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Coat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544903" y="4035723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161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57129" y="4584005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Footwear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3031454" y="4584005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Sandals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202603" y="4584005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160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373753" y="4584005"/>
            <a:ext cx="23963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Shoes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544903" y="4584005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150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61475" y="522515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Clothing dominates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with 1,737 orders (44% of total). Footwear and Outerwear show strong performance with Sandals (160) and Jackets (163) leading their categories.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6727"/>
            <a:ext cx="202937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853380"/>
            <a:ext cx="241214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TOOLS DID I USE?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594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335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interactive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Customer Behavior Dashboard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with filters for Subscription Status, Gender, Category, and Shipping Type — enabling drill-down exploration of all key metrics.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851051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6832" y="304641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3.9K Customers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6832" y="3455095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Total transaction records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851051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304641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$59.76 Avg.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455095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Mean purchase amount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141887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33724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3.75 Avg. Rating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74593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Overall review score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141887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337248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Clothing: $100K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745930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 revenue category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545633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Additional charts visualize revenue and sales breakdowns by category and age group, with subscription status shown as a donut chart (27% subscribed, 73% not).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73671"/>
            <a:ext cx="268667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330325"/>
            <a:ext cx="306945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WHY DO THE FINDINGS MATTER?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364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10532"/>
            <a:ext cx="5339820" cy="1442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2724944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133626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27% subscription rate with near-identical spend — promote exclusive benefits to convert repeat buyers.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510532"/>
            <a:ext cx="5339919" cy="1442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06305" y="2724944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506305" y="3133626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3,116 loyal customers identified — reward them to increase lifetime value and referrals.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41887"/>
            <a:ext cx="5339820" cy="1442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7479" y="4356298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77479" y="4764980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 products at ~50% discount rates — balance volume gains against margin erosion.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141887"/>
            <a:ext cx="5339919" cy="1442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06305" y="4356298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506305" y="4764980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Focus on Young Adults ($62K revenue) and Express shipping users ($60.48 avg. spend) for highest ROI.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2026-08-21T11:08:39Z</dcterms:created>
  <dcterms:modified xsi:type="dcterms:W3CDTF">2026-08-21T11:08:39Z</dcterms:modified>
</cp:coreProperties>
</file>